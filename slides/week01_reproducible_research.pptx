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32"/>
    <p:restoredTop sz="94695"/>
  </p:normalViewPr>
  <p:slideViewPr>
    <p:cSldViewPr snapToGrid="0" snapToObjects="1">
      <p:cViewPr varScale="1">
        <p:scale>
          <a:sx n="63" d="100"/>
          <a:sy n="63" d="100"/>
        </p:scale>
        <p:origin x="200" y="10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hyperlink" Target="https://posit.co/download/rstudio-desktop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 — Reproducible Research Foundations (with R)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Core idea:</a:t>
            </a:r>
            <a:br>
              <a:rPr lang="en-US" dirty="0"/>
            </a:br>
            <a:r>
              <a:rPr lang="en-US" dirty="0"/>
              <a:t>Good science isn’t just getting results — it’s making sure </a:t>
            </a:r>
            <a:r>
              <a:rPr lang="en-US" b="1" dirty="0"/>
              <a:t>you or someone else can reproduce those results months or years later.</a:t>
            </a:r>
            <a:endParaRPr lang="en-US" dirty="0"/>
          </a:p>
          <a:p>
            <a:r>
              <a:rPr lang="en-US" dirty="0"/>
              <a:t>By the end of this class students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organize a research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write analyses in scripts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reproduce an analysis from raw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code with GitHub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6FD18-7303-528B-5732-DC3B7B7F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38"/>
            <a:ext cx="8229600" cy="1143000"/>
          </a:xfrm>
        </p:spPr>
        <p:txBody>
          <a:bodyPr/>
          <a:lstStyle/>
          <a:p>
            <a:r>
              <a:rPr lang="en-US" dirty="0"/>
              <a:t>Learning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80576-3E89-806C-6A9D-FCB9F1E77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1150938"/>
            <a:ext cx="8470900" cy="50847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500" dirty="0"/>
              <a:t>You will learn how to: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Structure a computational research project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organize folders for data, scripts, outputs, and documentation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Use R scripts instead of point-and-click analysis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write analyses as code that can be rerun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Build a reproducible workflow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start with raw data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run scripts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regenerate results and figures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Track and share code using GitHub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create a repository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connect RStudio to GitHub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push their first project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Understand how reproducibility enables collaboration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future self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lab mates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reviewers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5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62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Why Reproducibility Matters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2336801"/>
            <a:ext cx="8356600" cy="271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800" dirty="0"/>
              <a:t>The Problem</a:t>
            </a:r>
          </a:p>
          <a:p>
            <a:r>
              <a:rPr dirty="0"/>
              <a:t>Six months later you cannot reproduce your own analysis</a:t>
            </a:r>
            <a:r>
              <a:rPr lang="en-US" dirty="0"/>
              <a:t>! </a:t>
            </a:r>
            <a:endParaRPr dirty="0"/>
          </a:p>
          <a:p>
            <a:r>
              <a:rPr dirty="0"/>
              <a:t>A collaborator asks </a:t>
            </a:r>
            <a:r>
              <a:rPr lang="en-US" dirty="0"/>
              <a:t>– “H</a:t>
            </a:r>
            <a:r>
              <a:rPr dirty="0"/>
              <a:t>ow </a:t>
            </a:r>
            <a:r>
              <a:rPr lang="en-US" dirty="0"/>
              <a:t>did you</a:t>
            </a:r>
            <a:r>
              <a:rPr dirty="0"/>
              <a:t> generate </a:t>
            </a:r>
            <a:r>
              <a:rPr lang="en-US" dirty="0"/>
              <a:t>that</a:t>
            </a:r>
            <a:r>
              <a:rPr dirty="0"/>
              <a:t> figure</a:t>
            </a:r>
            <a:r>
              <a:rPr lang="en-US" dirty="0"/>
              <a:t>?”</a:t>
            </a:r>
            <a:endParaRPr dirty="0"/>
          </a:p>
          <a:p>
            <a:r>
              <a:rPr dirty="0"/>
              <a:t>A reviewer </a:t>
            </a:r>
            <a:r>
              <a:rPr lang="en-US" dirty="0"/>
              <a:t>comments - </a:t>
            </a:r>
            <a:r>
              <a:rPr dirty="0"/>
              <a:t> </a:t>
            </a:r>
            <a:r>
              <a:rPr lang="en-US" dirty="0"/>
              <a:t>”Authors should deposit code as SM or make public ally available”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700" y="2108201"/>
            <a:ext cx="4800600" cy="2882900"/>
          </a:xfrm>
        </p:spPr>
        <p:txBody>
          <a:bodyPr/>
          <a:lstStyle/>
          <a:p>
            <a:r>
              <a:rPr dirty="0"/>
              <a:t>data_final2.csv</a:t>
            </a:r>
          </a:p>
          <a:p>
            <a:r>
              <a:rPr dirty="0"/>
              <a:t>analysis_new_v3_final.R</a:t>
            </a:r>
          </a:p>
          <a:p>
            <a:r>
              <a:rPr dirty="0" err="1"/>
              <a:t>plot_new_final.png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project/</a:t>
            </a:r>
          </a:p>
          <a:p>
            <a:r>
              <a:t>  data/</a:t>
            </a:r>
          </a:p>
          <a:p>
            <a:r>
              <a:t>  scripts/</a:t>
            </a:r>
          </a:p>
          <a:p>
            <a:r>
              <a:t>  figures/</a:t>
            </a:r>
          </a:p>
          <a:p>
            <a:r>
              <a:t>  docs/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Reproducibility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</a:t>
            </a:r>
          </a:p>
          <a:p>
            <a:r>
              <a:t>Code</a:t>
            </a:r>
          </a:p>
          <a:p>
            <a:r>
              <a:t>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vs Scripted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Manual: Excel, clicking menus, hard to repeat</a:t>
            </a:r>
          </a:p>
          <a:p>
            <a:r>
              <a:t>Scripted: R scripts, reproducible, shareable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RStudio Projects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Stable working directory</a:t>
            </a:r>
          </a:p>
          <a:p>
            <a:r>
              <a:t>Organized analysis</a:t>
            </a:r>
          </a:p>
          <a:p>
            <a:r>
              <a:t>Portable across computers</a:t>
            </a:r>
          </a:p>
          <a:p>
            <a:r>
              <a:t>Better collaboration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tracks changes</a:t>
            </a:r>
          </a:p>
          <a:p>
            <a:r>
              <a:t>GitHub shares code</a:t>
            </a:r>
          </a:p>
          <a:p>
            <a:r>
              <a:t>Commit = snapshot</a:t>
            </a:r>
          </a:p>
          <a:p>
            <a:r>
              <a:t>Push = upload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most important collaborator is your future 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 in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research project</a:t>
            </a:r>
          </a:p>
          <a:p>
            <a:r>
              <a:t>Write an R script</a:t>
            </a:r>
          </a:p>
          <a:p>
            <a:r>
              <a:t>Generate figures</a:t>
            </a:r>
          </a:p>
          <a:p>
            <a:r>
              <a:t>Push your first GitHub repository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4 Levels of Computational Maturity in Research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Level 1 — Chaos</a:t>
            </a:r>
          </a:p>
          <a:p>
            <a:r>
              <a:t>Data scattered across desktops, USB drives, and email attachments.</a:t>
            </a:r>
          </a:p>
          <a:p>
            <a:endParaRPr/>
          </a:p>
          <a:p>
            <a:r>
              <a:t>Level 2 — Organized Chaos</a:t>
            </a:r>
          </a:p>
          <a:p>
            <a:r>
              <a:t>Some folder structure and scripts exist, but analyses are hard to reproduce.</a:t>
            </a:r>
          </a:p>
          <a:p>
            <a:endParaRPr/>
          </a:p>
          <a:p>
            <a:r>
              <a:t>Level 3 — Reproducible Lab</a:t>
            </a:r>
          </a:p>
          <a:p>
            <a:r>
              <a:t>Structured projects, scripts recreate analyses, and figures regenerate automatically.</a:t>
            </a:r>
          </a:p>
          <a:p>
            <a:endParaRPr/>
          </a:p>
          <a:p>
            <a:r>
              <a:t>Level 4 — Scalable Science</a:t>
            </a:r>
          </a:p>
          <a:p>
            <a:r>
              <a:t>Version control, shared repositories, automated pipelines, and fully reproducible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4B5B-86B1-7644-D3A5-B860ECE17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Set-up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7C69-98A5-CD9C-8A89-0ACB5BDE8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R &amp; </a:t>
            </a:r>
            <a:r>
              <a:rPr lang="en-US" dirty="0" err="1"/>
              <a:t>Rstudio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https://posit.co/download/rstudio-desktop/</a:t>
            </a:r>
            <a:r>
              <a:rPr lang="en-US" dirty="0"/>
              <a:t> </a:t>
            </a:r>
          </a:p>
          <a:p>
            <a:r>
              <a:rPr lang="en-US" dirty="0"/>
              <a:t>Install Git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https://git-scm.com/downloads</a:t>
            </a:r>
            <a:r>
              <a:rPr lang="en-US" dirty="0"/>
              <a:t> </a:t>
            </a:r>
          </a:p>
          <a:p>
            <a:r>
              <a:rPr lang="en-US" dirty="0"/>
              <a:t>Create GitHub account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https://github.com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8885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3950-BD6D-5A6F-D12D-6AC487CE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Diagram of a diagram of a workflow&#10;&#10;Description automatically generated">
            <a:extLst>
              <a:ext uri="{FF2B5EF4-FFF2-40B4-BE49-F238E27FC236}">
                <a16:creationId xmlns:a16="http://schemas.microsoft.com/office/drawing/2014/main" id="{B4187E03-32ED-F8AC-4949-B4E6E7673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91" y="274638"/>
            <a:ext cx="8919209" cy="5946140"/>
          </a:xfrm>
        </p:spPr>
      </p:pic>
    </p:spTree>
    <p:extLst>
      <p:ext uri="{BB962C8B-B14F-4D97-AF65-F5344CB8AC3E}">
        <p14:creationId xmlns:p14="http://schemas.microsoft.com/office/powerpoint/2010/main" val="2358424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D4BA-4E56-FB3F-8E4D-E10853FA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8788D-3224-7D40-25CD-FFDD75404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New Project on a new directory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308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439</Words>
  <Application>Microsoft Macintosh PowerPoint</Application>
  <PresentationFormat>On-screen Show (4:3)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Week 1 — Reproducible Research Foundations (with R)</vt:lpstr>
      <vt:lpstr>Learning Goals</vt:lpstr>
      <vt:lpstr>Why Reproducibility Matters</vt:lpstr>
      <vt:lpstr>Bad Workflow</vt:lpstr>
      <vt:lpstr>Good Workflow</vt:lpstr>
      <vt:lpstr>The Reproducibility Triangle</vt:lpstr>
      <vt:lpstr>Manual vs Scripted Analysis</vt:lpstr>
      <vt:lpstr>Why RStudio Projects Matter</vt:lpstr>
      <vt:lpstr>Version Control</vt:lpstr>
      <vt:lpstr>Future You</vt:lpstr>
      <vt:lpstr>Today in Class</vt:lpstr>
      <vt:lpstr>The 4 Levels of Computational Maturity in Research Labs</vt:lpstr>
      <vt:lpstr>Set-up for Today</vt:lpstr>
      <vt:lpstr>PowerPoint Presentation</vt:lpstr>
      <vt:lpstr>RStudio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Research in Computational Biology</dc:title>
  <dc:subject/>
  <dc:creator/>
  <cp:keywords/>
  <dc:description>generated using python-pptx</dc:description>
  <cp:lastModifiedBy>Dr. Jan Janecka</cp:lastModifiedBy>
  <cp:revision>5</cp:revision>
  <dcterms:created xsi:type="dcterms:W3CDTF">2013-01-27T09:14:16Z</dcterms:created>
  <dcterms:modified xsi:type="dcterms:W3CDTF">2026-03-12T23:39:56Z</dcterms:modified>
  <cp:category/>
</cp:coreProperties>
</file>